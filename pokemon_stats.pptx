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Pikachu Stats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HP</c:v>
                </c:pt>
                <c:pt idx="1">
                  <c:v>Attack</c:v>
                </c:pt>
                <c:pt idx="2">
                  <c:v>Defense</c:v>
                </c:pt>
                <c:pt idx="3">
                  <c:v>Speed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55</c:v>
                </c:pt>
                <c:pt idx="2">
                  <c:v>40</c:v>
                </c:pt>
                <c:pt idx="3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3B4CCA"/>
                </a:solidFill>
              </a:rPr>
              <a:t>Pokemon Stats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Pikachu Stats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Moves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Moves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Thunderbolt</a:t>
            </a:r>
          </a:p>
          <a:p>
            <a:r>
              <a:t>Quick Attack</a:t>
            </a:r>
          </a:p>
          <a:p>
            <a:r>
              <a:t>Iron Tail</a:t>
            </a:r>
          </a:p>
          <a:p>
            <a:r>
              <a:t>Electro Ball</a:t>
            </a:r>
          </a:p>
          <a:p>
            <a:r>
              <a:t>Feint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